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449288"/>
            <a:ext cx="9144000" cy="154305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ALARME RESIDENCIAL</a:t>
            </a:r>
            <a:r>
              <a:rPr lang="en-US" sz="415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15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DIGITAL COM SENHA</a:t>
            </a:r>
            <a:r>
              <a:rPr lang="en-US" sz="415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
</a:t>
            </a:r>
            <a:r>
              <a:rPr lang="en-US" sz="415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 DESARME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285750" y="3620988"/>
            <a:ext cx="8858250" cy="25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Mateus Brito &amp; Ian Guilherme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285750" y="3872805"/>
            <a:ext cx="8858250" cy="250031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Instituto de Ciências Exatas e Naturais (ICEN) | UFPA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INTRODUÇÃO AO PROJETO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291233"/>
            <a:ext cx="2493169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01</a:t>
            </a:r>
            <a:endParaRPr lang="en-US" sz="15550" dirty="0"/>
          </a:p>
        </p:txBody>
      </p:sp>
      <p:sp>
        <p:nvSpPr>
          <p:cNvPr id="5" name="Text 2"/>
          <p:cNvSpPr/>
          <p:nvPr/>
        </p:nvSpPr>
        <p:spPr>
          <a:xfrm>
            <a:off x="857250" y="1434108"/>
            <a:ext cx="77152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Desenvolvido para a disciplina de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Laboratório de Organização e Arquitetura de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Computadores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na UFPA, este projeto visa a criação de um sistema de segurança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residencial robusto.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7250" y="2608473"/>
            <a:ext cx="77152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 diferencial reside na utilização exclusiva de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circuitos integrados TTL 7400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 portas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lógicas básicas, eliminando a necessidade de microcontroladores ou programação de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software.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3782839"/>
            <a:ext cx="7715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abordagem foca na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lógica de hardware pura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explorando conceitos fundamentais de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circuitos combinacionais e sequenciais para garantir a proteção do imóvel.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FUNCIONALIDADES E ESTADOS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148358"/>
            <a:ext cx="2909292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02</a:t>
            </a:r>
            <a:endParaRPr lang="en-US" sz="15550" dirty="0"/>
          </a:p>
        </p:txBody>
      </p:sp>
      <p:sp>
        <p:nvSpPr>
          <p:cNvPr id="5" name="Text 2"/>
          <p:cNvSpPr/>
          <p:nvPr/>
        </p:nvSpPr>
        <p:spPr>
          <a:xfrm>
            <a:off x="857250" y="1362670"/>
            <a:ext cx="37861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ESTADO DE REPOUSO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57250" y="1641277"/>
            <a:ext cx="378618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 sistema mantém o LED verde aceso e o display de 7 segmentos indica o dígito "0", sinalizando segurança.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29188" y="1362670"/>
            <a:ext cx="37861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DISPARO DO ALARME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29188" y="1641277"/>
            <a:ext cx="378618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Ativado por sensores ou tentativas de senha errada. O LED vermelho pisca a 5 Hz e a contagem inicia.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7250" y="3321676"/>
            <a:ext cx="37861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TEMPORIZAÇÃO CRÍTICA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57250" y="3600283"/>
            <a:ext cx="3786188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 morador possui exatamente 9 segundos para inserir a senha correta (1001) e desarmar o sistema.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29188" y="3321676"/>
            <a:ext cx="3786188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MODO LOCKDOWN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29188" y="3600283"/>
            <a:ext cx="3786188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 o tempo esgotar, o sistema bloqueia permanentemente. Apenas um reset secreto pode restaurar o alarme.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ARQUITETURA EM BLOCOS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148358"/>
            <a:ext cx="2957513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03</a:t>
            </a:r>
            <a:endParaRPr lang="en-US" sz="15550" dirty="0"/>
          </a:p>
        </p:txBody>
      </p:sp>
      <p:sp>
        <p:nvSpPr>
          <p:cNvPr id="5" name="Text 2"/>
          <p:cNvSpPr/>
          <p:nvPr/>
        </p:nvSpPr>
        <p:spPr>
          <a:xfrm>
            <a:off x="857250" y="1291233"/>
            <a:ext cx="1428750" cy="276820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BLOCO FUNCIONAL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286000" y="1291233"/>
            <a:ext cx="6429375" cy="276820"/>
          </a:xfrm>
          <a:prstGeom prst="rect">
            <a:avLst/>
          </a:prstGeom>
          <a:noFill/>
          <a:ln/>
        </p:spPr>
        <p:txBody>
          <a:bodyPr wrap="square" lIns="0" tIns="1275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DESCRIÇÃO E COMPONENTES PRINCIPAIS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7250" y="1568053"/>
            <a:ext cx="1428750" cy="26431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 Deteção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86000" y="1568053"/>
            <a:ext cx="6429375" cy="264319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Identifica violação em porta, janela ou pânico via portas OR em cascata.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57250" y="1832372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2. Memória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86000" y="1832372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Memoriza o disparo do alarme utilizando o Flip-flop D 7474.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57250" y="2085975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3. Temporização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86000" y="2085975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Contagem decimal de 0 a 9 via contador síncrono 74160.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57250" y="2339578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4. Visualização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286000" y="2339578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Conversão BCD para 7 segmentos através do decodificador 7447.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57250" y="2593181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5. Senha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286000" y="2593181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Validação da combinação de 4 bits (1001) com portas AND e NOT.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57250" y="2846784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6. Anti-chute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286000" y="2846784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Dispara o alarme em caso de tentativa com senha incorreta.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857250" y="3100388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7. Lockdown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286000" y="3100388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Bloqueio lógico do desarme ao atingir o limite de 9 segundos.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57250" y="3353991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8. Saídas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286000" y="3353991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Gestão dos LEDs de status (Seguro, Alerta e Trancado).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57250" y="3607594"/>
            <a:ext cx="1428750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9. Reset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286000" y="3607594"/>
            <a:ext cx="6429375" cy="253603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Botão secreto para restauração manual e saída do modo lockdown.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FLUXO DE SINAIS E INTEGRAÇÃO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291233"/>
            <a:ext cx="3028950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04</a:t>
            </a:r>
            <a:endParaRPr lang="en-US" sz="15550" dirty="0"/>
          </a:p>
        </p:txBody>
      </p:sp>
      <p:sp>
        <p:nvSpPr>
          <p:cNvPr id="5" name="Text 2"/>
          <p:cNvSpPr/>
          <p:nvPr/>
        </p:nvSpPr>
        <p:spPr>
          <a:xfrm>
            <a:off x="857250" y="1576983"/>
            <a:ext cx="77152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SINCRONIZAÇÃO VIA NOT(RCO)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7250" y="1996678"/>
            <a:ext cx="77152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 sinal </a:t>
            </a:r>
            <a:r>
              <a:rPr lang="en-US" sz="1300" b="1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NOT(RCO)</a:t>
            </a: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é o coração da integração do sistema, sendo reaproveitado </a:t>
            </a: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simultaneamente nos blocos de Temporização, Senha, Lockdown e Saídas.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7250" y="2768203"/>
            <a:ext cx="7715250" cy="1714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5"/>
          <p:cNvSpPr/>
          <p:nvPr/>
        </p:nvSpPr>
        <p:spPr>
          <a:xfrm>
            <a:off x="857250" y="2768203"/>
            <a:ext cx="7715250" cy="2857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6"/>
          <p:cNvSpPr/>
          <p:nvPr/>
        </p:nvSpPr>
        <p:spPr>
          <a:xfrm>
            <a:off x="1071563" y="3053953"/>
            <a:ext cx="72866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1. </a:t>
            </a:r>
            <a:r>
              <a:rPr lang="en-US" sz="1300" b="1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Deteção:</a:t>
            </a: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Sensores em cascata (Portas OR) acionam o preset do Flip-flop 7474.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71563" y="3475434"/>
            <a:ext cx="728662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2. </a:t>
            </a:r>
            <a:r>
              <a:rPr lang="en-US" sz="1300" b="1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Habilitação:</a:t>
            </a: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 saída Q do flip-flop ativa o contador 74160 e o LED de alerta.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71563" y="3896916"/>
            <a:ext cx="7286625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3. </a:t>
            </a:r>
            <a:r>
              <a:rPr lang="en-US" sz="1300" b="1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Bloqueio:</a:t>
            </a: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sinal RCO indica o fim da contagem (9s), desativando o desarme e </a:t>
            </a:r>
            <a:r>
              <a:rPr lang="en-US" sz="14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travando o sistema.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EQUAÇÕES LÓGICAS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148358"/>
            <a:ext cx="2970014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06</a:t>
            </a:r>
            <a:endParaRPr lang="en-US" sz="15550" dirty="0"/>
          </a:p>
        </p:txBody>
      </p:sp>
      <p:sp>
        <p:nvSpPr>
          <p:cNvPr id="5" name="Shape 2"/>
          <p:cNvSpPr/>
          <p:nvPr/>
        </p:nvSpPr>
        <p:spPr>
          <a:xfrm>
            <a:off x="857250" y="1434108"/>
            <a:ext cx="1474515" cy="3875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34108"/>
            <a:ext cx="1474515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SINAL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31765" y="1434108"/>
            <a:ext cx="3016923" cy="3875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5"/>
          <p:cNvSpPr/>
          <p:nvPr/>
        </p:nvSpPr>
        <p:spPr>
          <a:xfrm>
            <a:off x="2331765" y="1434108"/>
            <a:ext cx="3016923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EQUAÇÃO BOOLEANA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348687" y="1434108"/>
            <a:ext cx="3366688" cy="387548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7"/>
          <p:cNvSpPr/>
          <p:nvPr/>
        </p:nvSpPr>
        <p:spPr>
          <a:xfrm>
            <a:off x="5348687" y="1434108"/>
            <a:ext cx="3366688" cy="387548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FUNÇÃO NO SISTEMA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7250" y="1821656"/>
            <a:ext cx="1474515" cy="441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Disparo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331765" y="1821656"/>
            <a:ext cx="3016923" cy="441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2A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Porta + Janela + Pânico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48687" y="1821656"/>
            <a:ext cx="3366688" cy="441461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Ativação por qualquer sensor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57250" y="2263118"/>
            <a:ext cx="1474515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Senha Correta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331765" y="2263118"/>
            <a:ext cx="3016923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2A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· B' · C' · 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48687" y="2263118"/>
            <a:ext cx="3366688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Validação da combinação 1001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7250" y="2711723"/>
            <a:ext cx="1474515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Desarme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331765" y="2711723"/>
            <a:ext cx="3016923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2A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Senha · Botão · NOT(RCO)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48687" y="2711723"/>
            <a:ext cx="3366688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Desliga o alarme se dentro do tempo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57250" y="3160328"/>
            <a:ext cx="1474515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Lockdown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331765" y="3160328"/>
            <a:ext cx="3016923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2A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RCO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48687" y="3160328"/>
            <a:ext cx="3366688" cy="448605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Acende o LED de trancado aos 9s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COMPONENTES CRÍTICOS: TTL 7400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148358"/>
            <a:ext cx="2757488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07</a:t>
            </a:r>
            <a:endParaRPr lang="en-US" sz="15550" dirty="0"/>
          </a:p>
        </p:txBody>
      </p:sp>
      <p:sp>
        <p:nvSpPr>
          <p:cNvPr id="5" name="Text 2"/>
          <p:cNvSpPr/>
          <p:nvPr/>
        </p:nvSpPr>
        <p:spPr>
          <a:xfrm>
            <a:off x="857250" y="1362670"/>
            <a:ext cx="56792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7474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57250" y="1760934"/>
            <a:ext cx="24764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FLIP-FLOP D DUPLO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57250" y="2041327"/>
            <a:ext cx="24764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Atua como a </a:t>
            </a: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memória central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do estado do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alarme. Utiliza os pinos de Preset para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disparo e Clear para o desarme ou reset do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sistema.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548044" y="1362670"/>
            <a:ext cx="691158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74160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548044" y="1760934"/>
            <a:ext cx="24765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CONTADOR SÍNCRONO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548044" y="2041327"/>
            <a:ext cx="247650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Responsável pela </a:t>
            </a: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temporização decimal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.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Conta de 0 a 9 e gera o sinal RCO (Ripple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Carry Out) que ativa o bloqueio de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segurança.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38866" y="1362670"/>
            <a:ext cx="58043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2A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7447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38866" y="1760934"/>
            <a:ext cx="247648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DECODIFICADOR BCD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238866" y="2041327"/>
            <a:ext cx="2476481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Converte os sinais binários do contador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para o formato de </a:t>
            </a:r>
            <a:r>
              <a:rPr lang="en-US" sz="9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7 segmentos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,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permitindo a visualização do tempo no </a:t>
            </a:r>
            <a:r>
              <a:rPr lang="en-US" sz="95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display de ânodo comum.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519708"/>
          </a:xfrm>
          <a:prstGeom prst="rect">
            <a:avLst/>
          </a:prstGeom>
          <a:noFill/>
          <a:ln/>
        </p:spPr>
        <p:txBody>
          <a:bodyPr wrap="square" lIns="510286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CONCLUSÃO E RESULTADOS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-285750" y="1291233"/>
            <a:ext cx="2977158" cy="21431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50" b="1" dirty="0">
                <a:solidFill>
                  <a:srgbClr val="FF2A00">
                    <a:alpha val="10000"/>
                  </a:srgbClr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08</a:t>
            </a:r>
            <a:endParaRPr lang="en-US" sz="15550" dirty="0"/>
          </a:p>
        </p:txBody>
      </p:sp>
      <p:sp>
        <p:nvSpPr>
          <p:cNvPr id="5" name="Text 2"/>
          <p:cNvSpPr/>
          <p:nvPr/>
        </p:nvSpPr>
        <p:spPr>
          <a:xfrm>
            <a:off x="857250" y="1348383"/>
            <a:ext cx="7715250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simulação no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Constructor Virtual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validou com sucesso a arquitetura proposta,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demonstrando que a lógica de hardware pura é capaz de gerir comportamentos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complexos de segurança.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57250" y="2377083"/>
            <a:ext cx="7715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O reaproveitamento de sinais como o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NOT(RCO)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provou ser uma estratégia eficaz para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reduzir a contagem de componentes sem sacrificar a funcionalidade do sistema.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7250" y="3105745"/>
            <a:ext cx="7715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Este projeto reforça que a </a:t>
            </a:r>
            <a:r>
              <a:rPr lang="en-US" sz="1400" b="1" dirty="0">
                <a:solidFill>
                  <a:srgbClr val="FF2A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eficiência digital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advém do uso inteligente dos recursos </a:t>
            </a:r>
            <a:r>
              <a:rPr lang="en-US" sz="1500" dirty="0">
                <a:solidFill>
                  <a:srgbClr val="111111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disponíveis nos circuitos integrados da família TTL 7400.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7250" y="3905845"/>
            <a:ext cx="7715250" cy="782241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Inter Black" pitchFamily="34" charset="0"/>
                <a:ea typeface="Inter Black" pitchFamily="34" charset="-122"/>
                <a:cs typeface="Inter Black" pitchFamily="34" charset="-120"/>
              </a:rPr>
              <a:t>SISTEMA VALIDADO: PROTEÇÃO ROBUSTA E DESIGN OTIMIZADO.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2026-07-13T13:50:27Z</dcterms:created>
  <dcterms:modified xsi:type="dcterms:W3CDTF">2026-07-13T13:50:27Z</dcterms:modified>
</cp:coreProperties>
</file>